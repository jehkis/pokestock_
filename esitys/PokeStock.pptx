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PokeStock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Myyntivalmiin korttivaraston hallintasovellus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SQL-tietokantaprojekti — Suunnitteluvaihe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Sovelluksen yleiskuvaus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391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PokeStock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88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Tavoite ja tarkoitus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Sovellus, joka auttaa keräilijää hallitsemaan myyntiin tarkoitettua Pokemon-korttivarastoa: kortit tallennetaan tietokantaan kategorioittain (mm. kiiltokortit) ja arvon mukaan, arvokkaimmasta alkaen.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737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Ongelma, jonka se ratkaisee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Kortit ovat hajallaan kuvina eri kansioissa ilman yhtenäistä järjestystä, arvotietoa tai myyntitilan seurantaa. PokeStock kokoaa tiedot yhteen paikkaan ja pitää varaston ajan tasalla.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703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Kohdekäyttäjät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023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Korttikeräilijät ja pienimuotoiset jälleenmyyjät, jotka myyvät kortteja verkossa ja tarvitsevat selkeän yleiskatsauksen varastoonsa.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Käyttötapaukset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loppukäyttäjä voi tehdä sovelluksessa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03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Lisää kortti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8775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Tallentaa uuden kortin tiedot: nimi, kategoria, kunto ja arvo.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626864" y="194767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2103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Selaa varastoa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58775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Näyttää kortit listana, arvokkaimmasta halvimpaan.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57616" y="194767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2103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Suodata kategorian mukaan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58775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Rajaa näkymän esim. pelkkiin kiiltokortteihin.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18795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343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Päivitä hinta tai kunto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82803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Muokkaa kortin tietoja arvion muuttuessa.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0832" y="393192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26864" y="418795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26864" y="4343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Merkitse myydyksi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482803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Kirjaa myyntitapahtuman: päivämäärä, hinta, ostaja.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01584" y="3931920"/>
            <a:ext cx="3502152" cy="1965960"/>
          </a:xfrm>
          <a:prstGeom prst="roundRect">
            <a:avLst>
              <a:gd name="adj" fmla="val 3256"/>
            </a:avLst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357616" y="4187952"/>
            <a:ext cx="41148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57616" y="43434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Tarkastele myyntihistoriaa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828032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Näyttää toteutuneet myynnit ja niistä saadun tuoton.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UI-malli: Korttilista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23360" y="1280160"/>
            <a:ext cx="4114800" cy="5212080"/>
          </a:xfrm>
          <a:prstGeom prst="roundRect">
            <a:avLst>
              <a:gd name="adj" fmla="val 3333"/>
            </a:avLst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4187952" y="1444752"/>
            <a:ext cx="3785616" cy="4882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187952" y="1444752"/>
            <a:ext cx="3785616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70832" y="1444752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PokeStock — Varasto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0832" y="222199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70832" y="2221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Kiilto 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724912"/>
            <a:ext cx="3419856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2862072"/>
            <a:ext cx="502920" cy="457200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48072" y="28437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Charizard VMAX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31363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Kiilto · Mint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926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0832" y="3593592"/>
            <a:ext cx="3419856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07992" y="3730752"/>
            <a:ext cx="502920" cy="457200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48072" y="371246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Pikachu Illustrator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400507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Erikois · NM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0832" y="4462272"/>
            <a:ext cx="3419856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07992" y="4599432"/>
            <a:ext cx="502920" cy="457200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4807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Umbreon Gold Star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48737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Tähti · Mint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4663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70832" y="5330952"/>
            <a:ext cx="3419856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5468112"/>
            <a:ext cx="502920" cy="457200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48072" y="54498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Rayquaza VMAX Alt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57424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Kiilto · NM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5532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210 €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86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Järjestys: arvokkaimmasta halvimpaan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UI-malli: Lisää kortti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23360" y="1280160"/>
            <a:ext cx="4114800" cy="5212080"/>
          </a:xfrm>
          <a:prstGeom prst="roundRect">
            <a:avLst>
              <a:gd name="adj" fmla="val 3333"/>
            </a:avLst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4187952" y="1444752"/>
            <a:ext cx="3785616" cy="4882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187952" y="1444752"/>
            <a:ext cx="3785616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70832" y="1444752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Uusi kortti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217627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6552" y="2414016"/>
            <a:ext cx="3328416" cy="347472"/>
          </a:xfrm>
          <a:prstGeom prst="roundRect">
            <a:avLst>
              <a:gd name="adj" fmla="val 13158"/>
            </a:avLst>
          </a:prstGeom>
          <a:solidFill>
            <a:srgbClr val="F4F5F7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283464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3072384"/>
            <a:ext cx="3328416" cy="347472"/>
          </a:xfrm>
          <a:prstGeom prst="roundRect">
            <a:avLst>
              <a:gd name="adj" fmla="val 13158"/>
            </a:avLst>
          </a:prstGeom>
          <a:solidFill>
            <a:srgbClr val="F4F5F7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34930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16552" y="3730752"/>
            <a:ext cx="3328416" cy="347472"/>
          </a:xfrm>
          <a:prstGeom prst="roundRect">
            <a:avLst>
              <a:gd name="adj" fmla="val 13158"/>
            </a:avLst>
          </a:prstGeom>
          <a:solidFill>
            <a:srgbClr val="F4F5F7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16552" y="415137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Arvo (€)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16552" y="4389120"/>
            <a:ext cx="3328416" cy="347472"/>
          </a:xfrm>
          <a:prstGeom prst="roundRect">
            <a:avLst>
              <a:gd name="adj" fmla="val 13158"/>
            </a:avLst>
          </a:prstGeom>
          <a:solidFill>
            <a:srgbClr val="F4F5F7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16552" y="48097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Lisätty (pvm)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16552" y="5047488"/>
            <a:ext cx="3328416" cy="347472"/>
          </a:xfrm>
          <a:prstGeom prst="roundRect">
            <a:avLst>
              <a:gd name="adj" fmla="val 13158"/>
            </a:avLst>
          </a:prstGeom>
          <a:solidFill>
            <a:srgbClr val="F4F5F7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5541264"/>
            <a:ext cx="3328416" cy="438912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16552" y="554126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Tallenna kortti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Tietokantamalli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Relaatiotietokannan rakenne — taulut, avaimet ja yhteydet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517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651760" cy="384048"/>
          </a:xfrm>
          <a:prstGeom prst="rect">
            <a:avLst/>
          </a:prstGeom>
          <a:solidFill>
            <a:srgbClr val="1B2A4A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928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928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203704"/>
            <a:ext cx="265176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370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037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2037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1371600"/>
            <a:ext cx="301752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371600"/>
            <a:ext cx="3017520" cy="384048"/>
          </a:xfrm>
          <a:prstGeom prst="rect">
            <a:avLst/>
          </a:prstGeom>
          <a:solidFill>
            <a:srgbClr val="D64550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70248" y="137160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Kortti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1755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755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1755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2066544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20665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0665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60520" y="2377440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23774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23774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kategoria_id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2377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0520" y="2688336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26883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883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2688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60520" y="2999232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5196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9992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29992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60520" y="3310128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51960" y="33101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33101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lisatty_pvm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3310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0520" y="3621024"/>
            <a:ext cx="301752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51960" y="36210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36210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lisatty_aika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36210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1737360"/>
            <a:ext cx="3063240" cy="224942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1737360"/>
            <a:ext cx="3063240" cy="384048"/>
          </a:xfrm>
          <a:prstGeom prst="rect">
            <a:avLst/>
          </a:prstGeom>
          <a:solidFill>
            <a:srgbClr val="D9A441"/>
          </a:solidFill>
          <a:ln w="15875">
            <a:solidFill>
              <a:srgbClr val="121D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39328" y="173736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Myynti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21214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732520" y="2121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921240" y="21214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29600" y="2432304"/>
            <a:ext cx="306324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21040" y="243230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73252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kortti_id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9921240" y="2432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29600" y="2743200"/>
            <a:ext cx="306324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21040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73252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myyty_pvm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9921240" y="27432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29600" y="3054096"/>
            <a:ext cx="306324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321040" y="30540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732520" y="30540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hinta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921240" y="3054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29600" y="3364992"/>
            <a:ext cx="306324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321040" y="3364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732520" y="3364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ostaja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921240" y="33649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29600" y="3675888"/>
            <a:ext cx="3063240" cy="0"/>
          </a:xfrm>
          <a:prstGeom prst="line">
            <a:avLst/>
          </a:prstGeom>
          <a:noFill/>
          <a:ln w="9525">
            <a:solidFill>
              <a:srgbClr val="DDE1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321040" y="36758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8732520" y="36758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myyty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921240" y="3675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91840" y="2048256"/>
            <a:ext cx="868680" cy="0"/>
          </a:xfrm>
          <a:prstGeom prst="line">
            <a:avLst/>
          </a:prstGeom>
          <a:noFill/>
          <a:ln w="19050">
            <a:solidFill>
              <a:srgbClr val="121D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337560" y="17922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3840480" y="17922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78040" y="1911096"/>
            <a:ext cx="1051560" cy="0"/>
          </a:xfrm>
          <a:prstGeom prst="line">
            <a:avLst/>
          </a:prstGeom>
          <a:noFill/>
          <a:ln w="19050">
            <a:solidFill>
              <a:srgbClr val="121D33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23760" y="1655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909560" y="1655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5989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960120" y="5989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Perusavain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2651760" y="5989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2971800" y="5989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Vierasavain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Vaaditut tietotyypit mukana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13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nimi, kategoria, kunto, ostaja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00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313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id-kentät (PK/FK)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313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lisatty_pvm, myyty_pvm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50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lisatty_aika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50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arvo, hinta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21D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050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myyty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Parityön tekijä: Joona Jehkonen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2026-09-23T14:04:08Z</dcterms:created>
  <dcterms:modified xsi:type="dcterms:W3CDTF">2026-09-23T14:04:08Z</dcterms:modified>
</cp:coreProperties>
</file>